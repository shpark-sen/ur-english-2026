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10 2차시 Read and Talk (교과서 146쪽) 4. Point and Talk 단계에서 사용하는 힌트 슬라이드입니다. 클릭할 때마다 힌트가 하나씩 나타납니다.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A는 지도에서 빨간 점선으로 표시된 장소를 묻고, B는 힌트가 나오는 순서대로 길을 안내합니다. 블록 수는 지도 아래쪽 빨간 화살표(출발점)부터 직접 세어 보게 하세요.
Sample (교과서 146쪽)
A: Where is the museum?
B: Go straight two blocks and turn right. It’s on your left. It’s next to the bookstore.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클릭 순서: ① A 지도(장소 표시) → ② go straight → ③ turn right → ④ on your left → ⑤ next to → ⑥ 옆 건물 그림 → ⑦ 모범 답안
A: Where is the museum?
B: Go straight two blocks and turn right. It’s on your left. It’s next to the bookstore.
블록 수(two blocks)는 아이콘에 없으니 지도 아래 빨간 화살표부터 사거리를 세어 말하게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클릭 순서: ① A 지도(장소 표시) → ② go straight → ③ turn left → ④ on your right → ⑤ next to → ⑥ 옆 건물 그림 → ⑦ 모범 답안
A: Where is the bank?
B: Go straight two blocks and turn left. It’s on your right. It’s next to the park.
블록 수(two blocks)는 아이콘에 없으니 지도 아래 빨간 화살표부터 사거리를 세어 말하게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클릭 순서: ① A 지도(장소 표시) → ② go straight → ③ turn right → ④ on your left → ⑤ next to → ⑥ 옆 건물 그림 → ⑦ 모범 답안
A: Where is the library?
B: Go straight one block and turn right. It’s on your left. It’s next to the school.
블록 수(one block)는 아이콘에 없으니 지도 아래 빨간 화살표부터 사거리를 세어 말하게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클릭 순서: ① A 지도(장소 표시) → ② go straight → ③ turn left → ④ on your left → ⑤ next to → ⑥ 옆 건물 그림 → ⑦ 모범 답안
A: Where is the zoo?
B: Go straight two blocks and turn left. It’s on your left. It’s next to the ice cream shop.
블록 수(two blocks)는 아이콘에 없으니 지도 아래 빨간 화살표부터 사거리를 세어 말하게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클릭 순서: ① A 지도(장소 표시) → ② go straight → ③ turn right → ④ on your right → ⑤ next to → ⑥ 옆 건물 그림 → ⑦ 모범 답안
A: Where is the shoe store?
B: Go straight one block and turn right. It’s on your right. It’s next to the flower shop.
블록 수(one block)는 아이콘에 없으니 지도 아래 빨간 화살표부터 사거리를 세어 말하게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클릭 순서: ① A 지도(장소 표시) → ② go straight → ③ turn left → ④ on your left → ⑤ next to → ⑥ 옆 건물 그림 → ⑦ 모범 답안
A: Where is the fruit store?
B: Go straight one block and turn left. It’s on your left. It’s next to the bike shop.
블록 수(one block)는 아이콘에 없으니 지도 아래 빨간 화살표부터 사거리를 세어 말하게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5720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5943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Read and Talk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묻고 답하기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힌트를 보고 짝과 대화해 봐요!</a:t>
            </a:r>
            <a:endParaRPr lang="en-US" sz="2000" dirty="0"/>
          </a:p>
        </p:txBody>
      </p:sp>
      <p:pic>
        <p:nvPicPr>
          <p:cNvPr id="4" name="deco" descr="/tmp/claude-0/-home-claude/b613c36a-8715-5aae-a973-8ccf6c9c2cbb/scratchpad/rt/img/icon_go_stra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1508760" cy="993901"/>
          </a:xfrm>
          <a:prstGeom prst="rect">
            <a:avLst/>
          </a:prstGeom>
        </p:spPr>
      </p:pic>
      <p:pic>
        <p:nvPicPr>
          <p:cNvPr id="5" name="deco" descr="/tmp/claude-0/-home-claude/b613c36a-8715-5aae-a973-8ccf6c9c2cbb/scratchpad/rt/img/icon_turn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51560"/>
            <a:ext cx="1508760" cy="993901"/>
          </a:xfrm>
          <a:prstGeom prst="rect">
            <a:avLst/>
          </a:prstGeom>
        </p:spPr>
      </p:pic>
      <p:pic>
        <p:nvPicPr>
          <p:cNvPr id="6" name="deco" descr="/tmp/claude-0/-home-claude/b613c36a-8715-5aae-a973-8ccf6c9c2cbb/scratchpad/rt/img/icon_on_your_le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286000"/>
            <a:ext cx="1508760" cy="996859"/>
          </a:xfrm>
          <a:prstGeom prst="rect">
            <a:avLst/>
          </a:prstGeom>
        </p:spPr>
      </p:pic>
      <p:pic>
        <p:nvPicPr>
          <p:cNvPr id="7" name="deco" descr="/tmp/claude-0/-home-claude/b613c36a-8715-5aae-a973-8ccf6c9c2cbb/scratchpad/rt/img/icon_next_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286000"/>
            <a:ext cx="1508760" cy="993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이렇게 대화해요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502920" cy="50292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지도에서 표시된 곳을 물어봐요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47472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Where is the </a:t>
            </a:r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______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pic>
        <p:nvPicPr>
          <p:cNvPr id="8" name="Image 0" descr="/tmp/claude-0/-home-claude/b613c36a-8715-5aae-a973-8ccf6c9c2cbb/scratchpad/rt/img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743200"/>
            <a:ext cx="1920240" cy="168726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98484" y="2818104"/>
            <a:ext cx="343338" cy="404648"/>
          </a:xfrm>
          <a:prstGeom prst="roundRect">
            <a:avLst>
              <a:gd name="adj" fmla="val 10653"/>
            </a:avLst>
          </a:prstGeom>
          <a:ln w="25400">
            <a:solidFill>
              <a:schemeClr val="accent2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663440" y="914400"/>
            <a:ext cx="40233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143000"/>
            <a:ext cx="502920" cy="5029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1188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힌트 순서대로 길을 알려 줘요</a:t>
            </a:r>
            <a:endParaRPr lang="en-US" sz="1500" dirty="0"/>
          </a:p>
        </p:txBody>
      </p:sp>
      <p:pic>
        <p:nvPicPr>
          <p:cNvPr id="13" name="Image 1" descr="/tmp/claude-0/-home-claude/b613c36a-8715-5aae-a973-8ccf6c9c2cbb/scratchpad/rt/img/icon_go_stra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777240" cy="51201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18288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 straight ___ block(s)</a:t>
            </a:r>
            <a:endParaRPr lang="en-US" sz="1500" dirty="0"/>
          </a:p>
        </p:txBody>
      </p:sp>
      <p:pic>
        <p:nvPicPr>
          <p:cNvPr id="15" name="Image 2" descr="/tmp/claude-0/-home-claude/b613c36a-8715-5aae-a973-8ccf6c9c2cbb/scratchpad/rt/img/icon_turn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468880"/>
            <a:ext cx="777240" cy="51201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52160" y="24688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and turn ___.</a:t>
            </a:r>
            <a:endParaRPr lang="en-US" sz="1500" dirty="0"/>
          </a:p>
        </p:txBody>
      </p:sp>
      <p:pic>
        <p:nvPicPr>
          <p:cNvPr id="17" name="Image 3" descr="/tmp/claude-0/-home-claude/b613c36a-8715-5aae-a973-8ccf6c9c2cbb/scratchpad/rt/img/icon_on_your_le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08960"/>
            <a:ext cx="777240" cy="5135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52160" y="31089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It’s on your ___.</a:t>
            </a:r>
            <a:endParaRPr lang="en-US" sz="1500" dirty="0"/>
          </a:p>
        </p:txBody>
      </p:sp>
      <p:pic>
        <p:nvPicPr>
          <p:cNvPr id="19" name="Image 4" descr="/tmp/claude-0/-home-claude/b613c36a-8715-5aae-a973-8ccf6c9c2cbb/scratchpad/rt/img/icon_next_t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749040"/>
            <a:ext cx="777240" cy="51201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852160" y="37490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It’s next to the ___.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Q1. 어디일까요?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201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교과서 예시</a:t>
            </a:r>
            <a:endParaRPr lang="en-US" sz="1200" dirty="0"/>
          </a:p>
        </p:txBody>
      </p:sp>
      <p:sp>
        <p:nvSpPr>
          <p:cNvPr id="4" name="s1_bubbleA"/>
          <p:cNvSpPr/>
          <p:nvPr/>
        </p:nvSpPr>
        <p:spPr>
          <a:xfrm>
            <a:off x="411480" y="822960"/>
            <a:ext cx="37947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s1_map" descr="/tmp/claude-0/-home-claude/b613c36a-8715-5aae-a973-8ccf6c9c2cbb/scratchpad/rt/img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024128"/>
            <a:ext cx="3383280" cy="2972793"/>
          </a:xfrm>
          <a:prstGeom prst="rect">
            <a:avLst/>
          </a:prstGeom>
        </p:spPr>
      </p:pic>
      <p:sp>
        <p:nvSpPr>
          <p:cNvPr id="6" name="s1_target"/>
          <p:cNvSpPr/>
          <p:nvPr/>
        </p:nvSpPr>
        <p:spPr>
          <a:xfrm>
            <a:off x="2438306" y="1173645"/>
            <a:ext cx="754106" cy="758517"/>
          </a:xfrm>
          <a:prstGeom prst="roundRect">
            <a:avLst>
              <a:gd name="adj" fmla="val 6063"/>
            </a:avLst>
          </a:prstGeom>
          <a:ln w="38100">
            <a:solidFill>
              <a:schemeClr val="accent2"/>
            </a:solidFill>
            <a:prstDash val="dash"/>
          </a:ln>
        </p:spPr>
      </p:sp>
      <p:sp>
        <p:nvSpPr>
          <p:cNvPr id="7" name="s1_badgeA"/>
          <p:cNvSpPr/>
          <p:nvPr/>
        </p:nvSpPr>
        <p:spPr>
          <a:xfrm>
            <a:off x="182880" y="621792"/>
            <a:ext cx="502920" cy="50292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s2_bubbleB"/>
          <p:cNvSpPr/>
          <p:nvPr/>
        </p:nvSpPr>
        <p:spPr>
          <a:xfrm>
            <a:off x="4434840" y="822960"/>
            <a:ext cx="429768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2_badgeB"/>
          <p:cNvSpPr/>
          <p:nvPr/>
        </p:nvSpPr>
        <p:spPr>
          <a:xfrm>
            <a:off x="4206240" y="621792"/>
            <a:ext cx="502920" cy="5029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pic>
        <p:nvPicPr>
          <p:cNvPr id="10" name="s2_go" descr="/tmp/claude-0/-home-claude/b613c36a-8715-5aae-a973-8ccf6c9c2cbb/scratchpad/rt/img/icon_go_stra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325880"/>
            <a:ext cx="1280160" cy="843310"/>
          </a:xfrm>
          <a:prstGeom prst="rect">
            <a:avLst/>
          </a:prstGeom>
        </p:spPr>
      </p:pic>
      <p:pic>
        <p:nvPicPr>
          <p:cNvPr id="11" name="s3_turn" descr="/tmp/claude-0/-home-claude/b613c36a-8715-5aae-a973-8ccf6c9c2cbb/scratchpad/rt/img/icon_turn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25880"/>
            <a:ext cx="1280160" cy="843310"/>
          </a:xfrm>
          <a:prstGeom prst="rect">
            <a:avLst/>
          </a:prstGeom>
        </p:spPr>
      </p:pic>
      <p:pic>
        <p:nvPicPr>
          <p:cNvPr id="12" name="s4_side" descr="/tmp/claude-0/-home-claude/b613c36a-8715-5aae-a973-8ccf6c9c2cbb/scratchpad/rt/img/icon_on_your_le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1325880"/>
            <a:ext cx="1280160" cy="845820"/>
          </a:xfrm>
          <a:prstGeom prst="rect">
            <a:avLst/>
          </a:prstGeom>
        </p:spPr>
      </p:pic>
      <p:pic>
        <p:nvPicPr>
          <p:cNvPr id="13" name="s5_nextto" descr="/tmp/claude-0/-home-claude/b613c36a-8715-5aae-a973-8ccf6c9c2cbb/scratchpad/rt/img/icon_next_t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697480"/>
            <a:ext cx="1280160" cy="843310"/>
          </a:xfrm>
          <a:prstGeom prst="rect">
            <a:avLst/>
          </a:prstGeom>
        </p:spPr>
      </p:pic>
      <p:sp>
        <p:nvSpPr>
          <p:cNvPr id="14" name="s6_frame"/>
          <p:cNvSpPr/>
          <p:nvPr/>
        </p:nvSpPr>
        <p:spPr>
          <a:xfrm>
            <a:off x="5916168" y="2360877"/>
            <a:ext cx="2724912" cy="1516516"/>
          </a:xfrm>
          <a:prstGeom prst="roundRect">
            <a:avLst>
              <a:gd name="adj" fmla="val 6030"/>
            </a:avLst>
          </a:prstGeom>
          <a:solidFill>
            <a:srgbClr val="BEE0F7"/>
          </a:solidFill>
          <a:ln/>
        </p:spPr>
      </p:sp>
      <p:pic>
        <p:nvPicPr>
          <p:cNvPr id="15" name="s6_block" descr="/tmp/claude-0/-home-claude/b613c36a-8715-5aae-a973-8ccf6c9c2cbb/scratchpad/rt/img/block_top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388309"/>
            <a:ext cx="2670048" cy="1461652"/>
          </a:xfrm>
          <a:prstGeom prst="rect">
            <a:avLst/>
          </a:prstGeom>
        </p:spPr>
      </p:pic>
      <p:sp>
        <p:nvSpPr>
          <p:cNvPr id="16" name="s6_target"/>
          <p:cNvSpPr/>
          <p:nvPr/>
        </p:nvSpPr>
        <p:spPr>
          <a:xfrm>
            <a:off x="6074790" y="2642804"/>
            <a:ext cx="1192122" cy="1199489"/>
          </a:xfrm>
          <a:prstGeom prst="roundRect">
            <a:avLst>
              <a:gd name="adj" fmla="val 3068"/>
            </a:avLst>
          </a:prstGeom>
          <a:ln w="31750">
            <a:solidFill>
              <a:schemeClr val="accent2"/>
            </a:solidFill>
            <a:prstDash val="dash"/>
          </a:ln>
        </p:spPr>
      </p:sp>
      <p:sp>
        <p:nvSpPr>
          <p:cNvPr id="17" name="s7_ansbg"/>
          <p:cNvSpPr/>
          <p:nvPr/>
        </p:nvSpPr>
        <p:spPr>
          <a:xfrm>
            <a:off x="411480" y="4389120"/>
            <a:ext cx="8321040" cy="566928"/>
          </a:xfrm>
          <a:prstGeom prst="roundRect">
            <a:avLst>
              <a:gd name="adj" fmla="val 19355"/>
            </a:avLst>
          </a:prstGeom>
          <a:solidFill>
            <a:schemeClr val="tx1"/>
          </a:solidFill>
          <a:ln/>
        </p:spPr>
      </p:sp>
      <p:sp>
        <p:nvSpPr>
          <p:cNvPr id="18" name="s7_ans"/>
          <p:cNvSpPr txBox="1"/>
          <p:nvPr/>
        </p:nvSpPr>
        <p:spPr>
          <a:xfrm>
            <a:off x="548640" y="438912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Where is the museum?  </a:t>
            </a:r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B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Go straight two blocks and turn right. It’s on your left. It’s next to the bookstore.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Q2. 어디일까요?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201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 and Talk</a:t>
            </a:r>
            <a:endParaRPr lang="en-US" sz="1200" dirty="0"/>
          </a:p>
        </p:txBody>
      </p:sp>
      <p:sp>
        <p:nvSpPr>
          <p:cNvPr id="4" name="s1_bubbleA"/>
          <p:cNvSpPr/>
          <p:nvPr/>
        </p:nvSpPr>
        <p:spPr>
          <a:xfrm>
            <a:off x="411480" y="822960"/>
            <a:ext cx="37947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s1_map" descr="/tmp/claude-0/-home-claude/b613c36a-8715-5aae-a973-8ccf6c9c2cbb/scratchpad/rt/img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024128"/>
            <a:ext cx="3383280" cy="2972793"/>
          </a:xfrm>
          <a:prstGeom prst="rect">
            <a:avLst/>
          </a:prstGeom>
        </p:spPr>
      </p:pic>
      <p:sp>
        <p:nvSpPr>
          <p:cNvPr id="6" name="s1_target"/>
          <p:cNvSpPr/>
          <p:nvPr/>
        </p:nvSpPr>
        <p:spPr>
          <a:xfrm>
            <a:off x="1532603" y="1156764"/>
            <a:ext cx="626637" cy="775398"/>
          </a:xfrm>
          <a:prstGeom prst="roundRect">
            <a:avLst>
              <a:gd name="adj" fmla="val 7296"/>
            </a:avLst>
          </a:prstGeom>
          <a:ln w="38100">
            <a:solidFill>
              <a:schemeClr val="accent2"/>
            </a:solidFill>
            <a:prstDash val="dash"/>
          </a:ln>
        </p:spPr>
      </p:sp>
      <p:sp>
        <p:nvSpPr>
          <p:cNvPr id="7" name="s1_badgeA"/>
          <p:cNvSpPr/>
          <p:nvPr/>
        </p:nvSpPr>
        <p:spPr>
          <a:xfrm>
            <a:off x="182880" y="621792"/>
            <a:ext cx="502920" cy="50292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s2_bubbleB"/>
          <p:cNvSpPr/>
          <p:nvPr/>
        </p:nvSpPr>
        <p:spPr>
          <a:xfrm>
            <a:off x="4434840" y="822960"/>
            <a:ext cx="429768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2_badgeB"/>
          <p:cNvSpPr/>
          <p:nvPr/>
        </p:nvSpPr>
        <p:spPr>
          <a:xfrm>
            <a:off x="4206240" y="621792"/>
            <a:ext cx="502920" cy="5029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pic>
        <p:nvPicPr>
          <p:cNvPr id="10" name="s2_go" descr="/tmp/claude-0/-home-claude/b613c36a-8715-5aae-a973-8ccf6c9c2cbb/scratchpad/rt/img/icon_go_stra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325880"/>
            <a:ext cx="1280160" cy="843310"/>
          </a:xfrm>
          <a:prstGeom prst="rect">
            <a:avLst/>
          </a:prstGeom>
        </p:spPr>
      </p:pic>
      <p:pic>
        <p:nvPicPr>
          <p:cNvPr id="11" name="s3_turn" descr="/tmp/claude-0/-home-claude/b613c36a-8715-5aae-a973-8ccf6c9c2cbb/scratchpad/rt/img/icon_turn_le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25880"/>
            <a:ext cx="1280160" cy="845820"/>
          </a:xfrm>
          <a:prstGeom prst="rect">
            <a:avLst/>
          </a:prstGeom>
        </p:spPr>
      </p:pic>
      <p:pic>
        <p:nvPicPr>
          <p:cNvPr id="12" name="s4_side" descr="/tmp/claude-0/-home-claude/b613c36a-8715-5aae-a973-8ccf6c9c2cbb/scratchpad/rt/img/icon_on_your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1325880"/>
            <a:ext cx="1280160" cy="843310"/>
          </a:xfrm>
          <a:prstGeom prst="rect">
            <a:avLst/>
          </a:prstGeom>
        </p:spPr>
      </p:pic>
      <p:pic>
        <p:nvPicPr>
          <p:cNvPr id="13" name="s5_nextto" descr="/tmp/claude-0/-home-claude/b613c36a-8715-5aae-a973-8ccf6c9c2cbb/scratchpad/rt/img/icon_next_t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697480"/>
            <a:ext cx="1280160" cy="843310"/>
          </a:xfrm>
          <a:prstGeom prst="rect">
            <a:avLst/>
          </a:prstGeom>
        </p:spPr>
      </p:pic>
      <p:sp>
        <p:nvSpPr>
          <p:cNvPr id="14" name="s6_frame"/>
          <p:cNvSpPr/>
          <p:nvPr/>
        </p:nvSpPr>
        <p:spPr>
          <a:xfrm>
            <a:off x="5916168" y="2358891"/>
            <a:ext cx="2724912" cy="1520488"/>
          </a:xfrm>
          <a:prstGeom prst="roundRect">
            <a:avLst>
              <a:gd name="adj" fmla="val 6014"/>
            </a:avLst>
          </a:prstGeom>
          <a:solidFill>
            <a:srgbClr val="BEE0F7"/>
          </a:solidFill>
          <a:ln/>
        </p:spPr>
      </p:sp>
      <p:pic>
        <p:nvPicPr>
          <p:cNvPr id="15" name="s6_block" descr="/tmp/claude-0/-home-claude/b613c36a-8715-5aae-a973-8ccf6c9c2cbb/scratchpad/rt/img/block_top-le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386323"/>
            <a:ext cx="2670048" cy="1465624"/>
          </a:xfrm>
          <a:prstGeom prst="rect">
            <a:avLst/>
          </a:prstGeom>
        </p:spPr>
      </p:pic>
      <p:sp>
        <p:nvSpPr>
          <p:cNvPr id="16" name="s6_target"/>
          <p:cNvSpPr/>
          <p:nvPr/>
        </p:nvSpPr>
        <p:spPr>
          <a:xfrm>
            <a:off x="7489051" y="2613313"/>
            <a:ext cx="981742" cy="1230861"/>
          </a:xfrm>
          <a:prstGeom prst="roundRect">
            <a:avLst>
              <a:gd name="adj" fmla="val 3726"/>
            </a:avLst>
          </a:prstGeom>
          <a:ln w="31750">
            <a:solidFill>
              <a:schemeClr val="accent2"/>
            </a:solidFill>
            <a:prstDash val="dash"/>
          </a:ln>
        </p:spPr>
      </p:sp>
      <p:sp>
        <p:nvSpPr>
          <p:cNvPr id="17" name="s7_ansbg"/>
          <p:cNvSpPr/>
          <p:nvPr/>
        </p:nvSpPr>
        <p:spPr>
          <a:xfrm>
            <a:off x="411480" y="4389120"/>
            <a:ext cx="8321040" cy="566928"/>
          </a:xfrm>
          <a:prstGeom prst="roundRect">
            <a:avLst>
              <a:gd name="adj" fmla="val 19355"/>
            </a:avLst>
          </a:prstGeom>
          <a:solidFill>
            <a:schemeClr val="tx1"/>
          </a:solidFill>
          <a:ln/>
        </p:spPr>
      </p:sp>
      <p:sp>
        <p:nvSpPr>
          <p:cNvPr id="18" name="s7_ans"/>
          <p:cNvSpPr txBox="1"/>
          <p:nvPr/>
        </p:nvSpPr>
        <p:spPr>
          <a:xfrm>
            <a:off x="548640" y="438912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Where is the bank?  </a:t>
            </a:r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B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Go straight two blocks and turn left. It’s on your right. It’s next to the park.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Q3. 어디일까요?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201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 and Talk</a:t>
            </a:r>
            <a:endParaRPr lang="en-US" sz="1200" dirty="0"/>
          </a:p>
        </p:txBody>
      </p:sp>
      <p:sp>
        <p:nvSpPr>
          <p:cNvPr id="4" name="s1_bubbleA"/>
          <p:cNvSpPr/>
          <p:nvPr/>
        </p:nvSpPr>
        <p:spPr>
          <a:xfrm>
            <a:off x="411480" y="822960"/>
            <a:ext cx="37947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s1_map" descr="/tmp/claude-0/-home-claude/b613c36a-8715-5aae-a973-8ccf6c9c2cbb/scratchpad/rt/img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024128"/>
            <a:ext cx="3383280" cy="2972793"/>
          </a:xfrm>
          <a:prstGeom prst="rect">
            <a:avLst/>
          </a:prstGeom>
        </p:spPr>
      </p:pic>
      <p:sp>
        <p:nvSpPr>
          <p:cNvPr id="6" name="s1_target"/>
          <p:cNvSpPr/>
          <p:nvPr/>
        </p:nvSpPr>
        <p:spPr>
          <a:xfrm>
            <a:off x="3186349" y="2169619"/>
            <a:ext cx="723916" cy="802408"/>
          </a:xfrm>
          <a:prstGeom prst="roundRect">
            <a:avLst>
              <a:gd name="adj" fmla="val 6316"/>
            </a:avLst>
          </a:prstGeom>
          <a:ln w="38100">
            <a:solidFill>
              <a:schemeClr val="accent2"/>
            </a:solidFill>
            <a:prstDash val="dash"/>
          </a:ln>
        </p:spPr>
      </p:sp>
      <p:sp>
        <p:nvSpPr>
          <p:cNvPr id="7" name="s1_badgeA"/>
          <p:cNvSpPr/>
          <p:nvPr/>
        </p:nvSpPr>
        <p:spPr>
          <a:xfrm>
            <a:off x="182880" y="621792"/>
            <a:ext cx="502920" cy="50292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s2_bubbleB"/>
          <p:cNvSpPr/>
          <p:nvPr/>
        </p:nvSpPr>
        <p:spPr>
          <a:xfrm>
            <a:off x="4434840" y="822960"/>
            <a:ext cx="429768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2_badgeB"/>
          <p:cNvSpPr/>
          <p:nvPr/>
        </p:nvSpPr>
        <p:spPr>
          <a:xfrm>
            <a:off x="4206240" y="621792"/>
            <a:ext cx="502920" cy="5029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pic>
        <p:nvPicPr>
          <p:cNvPr id="10" name="s2_go" descr="/tmp/claude-0/-home-claude/b613c36a-8715-5aae-a973-8ccf6c9c2cbb/scratchpad/rt/img/icon_go_stra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325880"/>
            <a:ext cx="1280160" cy="843310"/>
          </a:xfrm>
          <a:prstGeom prst="rect">
            <a:avLst/>
          </a:prstGeom>
        </p:spPr>
      </p:pic>
      <p:pic>
        <p:nvPicPr>
          <p:cNvPr id="11" name="s3_turn" descr="/tmp/claude-0/-home-claude/b613c36a-8715-5aae-a973-8ccf6c9c2cbb/scratchpad/rt/img/icon_turn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25880"/>
            <a:ext cx="1280160" cy="843310"/>
          </a:xfrm>
          <a:prstGeom prst="rect">
            <a:avLst/>
          </a:prstGeom>
        </p:spPr>
      </p:pic>
      <p:pic>
        <p:nvPicPr>
          <p:cNvPr id="12" name="s4_side" descr="/tmp/claude-0/-home-claude/b613c36a-8715-5aae-a973-8ccf6c9c2cbb/scratchpad/rt/img/icon_on_your_le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1325880"/>
            <a:ext cx="1280160" cy="845820"/>
          </a:xfrm>
          <a:prstGeom prst="rect">
            <a:avLst/>
          </a:prstGeom>
        </p:spPr>
      </p:pic>
      <p:pic>
        <p:nvPicPr>
          <p:cNvPr id="13" name="s5_nextto" descr="/tmp/claude-0/-home-claude/b613c36a-8715-5aae-a973-8ccf6c9c2cbb/scratchpad/rt/img/icon_next_t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697480"/>
            <a:ext cx="1280160" cy="843310"/>
          </a:xfrm>
          <a:prstGeom prst="rect">
            <a:avLst/>
          </a:prstGeom>
        </p:spPr>
      </p:pic>
      <p:sp>
        <p:nvSpPr>
          <p:cNvPr id="14" name="s6_frame"/>
          <p:cNvSpPr/>
          <p:nvPr/>
        </p:nvSpPr>
        <p:spPr>
          <a:xfrm>
            <a:off x="5916168" y="2357259"/>
            <a:ext cx="2724912" cy="1523752"/>
          </a:xfrm>
          <a:prstGeom prst="roundRect">
            <a:avLst>
              <a:gd name="adj" fmla="val 6001"/>
            </a:avLst>
          </a:prstGeom>
          <a:solidFill>
            <a:srgbClr val="BEE0F7"/>
          </a:solidFill>
          <a:ln/>
        </p:spPr>
      </p:sp>
      <p:pic>
        <p:nvPicPr>
          <p:cNvPr id="15" name="s6_block" descr="/tmp/claude-0/-home-claude/b613c36a-8715-5aae-a973-8ccf6c9c2cbb/scratchpad/rt/img/block_middle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384691"/>
            <a:ext cx="2670048" cy="1468888"/>
          </a:xfrm>
          <a:prstGeom prst="rect">
            <a:avLst/>
          </a:prstGeom>
        </p:spPr>
      </p:pic>
      <p:sp>
        <p:nvSpPr>
          <p:cNvPr id="16" name="s6_target"/>
          <p:cNvSpPr/>
          <p:nvPr/>
        </p:nvSpPr>
        <p:spPr>
          <a:xfrm>
            <a:off x="7324094" y="2577852"/>
            <a:ext cx="1141702" cy="1272791"/>
          </a:xfrm>
          <a:prstGeom prst="roundRect">
            <a:avLst>
              <a:gd name="adj" fmla="val 3204"/>
            </a:avLst>
          </a:prstGeom>
          <a:ln w="31750">
            <a:solidFill>
              <a:schemeClr val="accent2"/>
            </a:solidFill>
            <a:prstDash val="dash"/>
          </a:ln>
        </p:spPr>
      </p:sp>
      <p:sp>
        <p:nvSpPr>
          <p:cNvPr id="17" name="s7_ansbg"/>
          <p:cNvSpPr/>
          <p:nvPr/>
        </p:nvSpPr>
        <p:spPr>
          <a:xfrm>
            <a:off x="411480" y="4389120"/>
            <a:ext cx="8321040" cy="566928"/>
          </a:xfrm>
          <a:prstGeom prst="roundRect">
            <a:avLst>
              <a:gd name="adj" fmla="val 19355"/>
            </a:avLst>
          </a:prstGeom>
          <a:solidFill>
            <a:schemeClr val="tx1"/>
          </a:solidFill>
          <a:ln/>
        </p:spPr>
      </p:sp>
      <p:sp>
        <p:nvSpPr>
          <p:cNvPr id="18" name="s7_ans"/>
          <p:cNvSpPr txBox="1"/>
          <p:nvPr/>
        </p:nvSpPr>
        <p:spPr>
          <a:xfrm>
            <a:off x="548640" y="438912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Where is the library?  </a:t>
            </a:r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B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Go straight one block and turn right. It’s on your left. It’s next to the school.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Q4. 어디일까요?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201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 and Talk</a:t>
            </a:r>
            <a:endParaRPr lang="en-US" sz="1200" dirty="0"/>
          </a:p>
        </p:txBody>
      </p:sp>
      <p:sp>
        <p:nvSpPr>
          <p:cNvPr id="4" name="s1_bubbleA"/>
          <p:cNvSpPr/>
          <p:nvPr/>
        </p:nvSpPr>
        <p:spPr>
          <a:xfrm>
            <a:off x="411480" y="822960"/>
            <a:ext cx="37947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s1_map" descr="/tmp/claude-0/-home-claude/b613c36a-8715-5aae-a973-8ccf6c9c2cbb/scratchpad/rt/img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024128"/>
            <a:ext cx="3383280" cy="2972793"/>
          </a:xfrm>
          <a:prstGeom prst="rect">
            <a:avLst/>
          </a:prstGeom>
        </p:spPr>
      </p:pic>
      <p:sp>
        <p:nvSpPr>
          <p:cNvPr id="6" name="s1_target"/>
          <p:cNvSpPr/>
          <p:nvPr/>
        </p:nvSpPr>
        <p:spPr>
          <a:xfrm>
            <a:off x="1415197" y="2041324"/>
            <a:ext cx="693726" cy="930703"/>
          </a:xfrm>
          <a:prstGeom prst="roundRect">
            <a:avLst>
              <a:gd name="adj" fmla="val 6590"/>
            </a:avLst>
          </a:prstGeom>
          <a:ln w="38100">
            <a:solidFill>
              <a:schemeClr val="accent2"/>
            </a:solidFill>
            <a:prstDash val="dash"/>
          </a:ln>
        </p:spPr>
      </p:sp>
      <p:sp>
        <p:nvSpPr>
          <p:cNvPr id="7" name="s1_badgeA"/>
          <p:cNvSpPr/>
          <p:nvPr/>
        </p:nvSpPr>
        <p:spPr>
          <a:xfrm>
            <a:off x="182880" y="621792"/>
            <a:ext cx="502920" cy="50292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s2_bubbleB"/>
          <p:cNvSpPr/>
          <p:nvPr/>
        </p:nvSpPr>
        <p:spPr>
          <a:xfrm>
            <a:off x="4434840" y="822960"/>
            <a:ext cx="429768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2_badgeB"/>
          <p:cNvSpPr/>
          <p:nvPr/>
        </p:nvSpPr>
        <p:spPr>
          <a:xfrm>
            <a:off x="4206240" y="621792"/>
            <a:ext cx="502920" cy="5029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pic>
        <p:nvPicPr>
          <p:cNvPr id="10" name="s2_go" descr="/tmp/claude-0/-home-claude/b613c36a-8715-5aae-a973-8ccf6c9c2cbb/scratchpad/rt/img/icon_go_stra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325880"/>
            <a:ext cx="1280160" cy="843310"/>
          </a:xfrm>
          <a:prstGeom prst="rect">
            <a:avLst/>
          </a:prstGeom>
        </p:spPr>
      </p:pic>
      <p:pic>
        <p:nvPicPr>
          <p:cNvPr id="11" name="s3_turn" descr="/tmp/claude-0/-home-claude/b613c36a-8715-5aae-a973-8ccf6c9c2cbb/scratchpad/rt/img/icon_turn_le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25880"/>
            <a:ext cx="1280160" cy="845820"/>
          </a:xfrm>
          <a:prstGeom prst="rect">
            <a:avLst/>
          </a:prstGeom>
        </p:spPr>
      </p:pic>
      <p:pic>
        <p:nvPicPr>
          <p:cNvPr id="12" name="s4_side" descr="/tmp/claude-0/-home-claude/b613c36a-8715-5aae-a973-8ccf6c9c2cbb/scratchpad/rt/img/icon_on_your_le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1325880"/>
            <a:ext cx="1280160" cy="845820"/>
          </a:xfrm>
          <a:prstGeom prst="rect">
            <a:avLst/>
          </a:prstGeom>
        </p:spPr>
      </p:pic>
      <p:pic>
        <p:nvPicPr>
          <p:cNvPr id="13" name="s5_nextto" descr="/tmp/claude-0/-home-claude/b613c36a-8715-5aae-a973-8ccf6c9c2cbb/scratchpad/rt/img/icon_next_t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697480"/>
            <a:ext cx="1280160" cy="843310"/>
          </a:xfrm>
          <a:prstGeom prst="rect">
            <a:avLst/>
          </a:prstGeom>
        </p:spPr>
      </p:pic>
      <p:sp>
        <p:nvSpPr>
          <p:cNvPr id="14" name="s6_frame"/>
          <p:cNvSpPr/>
          <p:nvPr/>
        </p:nvSpPr>
        <p:spPr>
          <a:xfrm>
            <a:off x="5916168" y="2355263"/>
            <a:ext cx="2724912" cy="1527744"/>
          </a:xfrm>
          <a:prstGeom prst="roundRect">
            <a:avLst>
              <a:gd name="adj" fmla="val 5985"/>
            </a:avLst>
          </a:prstGeom>
          <a:solidFill>
            <a:srgbClr val="BEE0F7"/>
          </a:solidFill>
          <a:ln/>
        </p:spPr>
      </p:sp>
      <p:pic>
        <p:nvPicPr>
          <p:cNvPr id="15" name="s6_block" descr="/tmp/claude-0/-home-claude/b613c36a-8715-5aae-a973-8ccf6c9c2cbb/scratchpad/rt/img/block_middle-le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382695"/>
            <a:ext cx="2670048" cy="1472880"/>
          </a:xfrm>
          <a:prstGeom prst="rect">
            <a:avLst/>
          </a:prstGeom>
        </p:spPr>
      </p:pic>
      <p:sp>
        <p:nvSpPr>
          <p:cNvPr id="16" name="s6_target"/>
          <p:cNvSpPr/>
          <p:nvPr/>
        </p:nvSpPr>
        <p:spPr>
          <a:xfrm>
            <a:off x="7292441" y="2361608"/>
            <a:ext cx="1094091" cy="1490937"/>
          </a:xfrm>
          <a:prstGeom prst="roundRect">
            <a:avLst>
              <a:gd name="adj" fmla="val 3343"/>
            </a:avLst>
          </a:prstGeom>
          <a:ln w="31750">
            <a:solidFill>
              <a:schemeClr val="accent2"/>
            </a:solidFill>
            <a:prstDash val="dash"/>
          </a:ln>
        </p:spPr>
      </p:sp>
      <p:sp>
        <p:nvSpPr>
          <p:cNvPr id="17" name="s7_ansbg"/>
          <p:cNvSpPr/>
          <p:nvPr/>
        </p:nvSpPr>
        <p:spPr>
          <a:xfrm>
            <a:off x="411480" y="4389120"/>
            <a:ext cx="8321040" cy="566928"/>
          </a:xfrm>
          <a:prstGeom prst="roundRect">
            <a:avLst>
              <a:gd name="adj" fmla="val 19355"/>
            </a:avLst>
          </a:prstGeom>
          <a:solidFill>
            <a:schemeClr val="tx1"/>
          </a:solidFill>
          <a:ln/>
        </p:spPr>
      </p:sp>
      <p:sp>
        <p:nvSpPr>
          <p:cNvPr id="18" name="s7_ans"/>
          <p:cNvSpPr txBox="1"/>
          <p:nvPr/>
        </p:nvSpPr>
        <p:spPr>
          <a:xfrm>
            <a:off x="548640" y="438912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Where is the zoo?  </a:t>
            </a:r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B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Go straight two blocks and turn left. It’s on your left. It’s next to the ice cream shop.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Q5. 어디일까요?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201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 and Talk</a:t>
            </a:r>
            <a:endParaRPr lang="en-US" sz="1200" dirty="0"/>
          </a:p>
        </p:txBody>
      </p:sp>
      <p:sp>
        <p:nvSpPr>
          <p:cNvPr id="4" name="s1_bubbleA"/>
          <p:cNvSpPr/>
          <p:nvPr/>
        </p:nvSpPr>
        <p:spPr>
          <a:xfrm>
            <a:off x="411480" y="822960"/>
            <a:ext cx="37947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s1_map" descr="/tmp/claude-0/-home-claude/b613c36a-8715-5aae-a973-8ccf6c9c2cbb/scratchpad/rt/img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024128"/>
            <a:ext cx="3383280" cy="2972793"/>
          </a:xfrm>
          <a:prstGeom prst="rect">
            <a:avLst/>
          </a:prstGeom>
        </p:spPr>
      </p:pic>
      <p:sp>
        <p:nvSpPr>
          <p:cNvPr id="6" name="s1_target"/>
          <p:cNvSpPr/>
          <p:nvPr/>
        </p:nvSpPr>
        <p:spPr>
          <a:xfrm>
            <a:off x="2431597" y="3108199"/>
            <a:ext cx="794360" cy="896941"/>
          </a:xfrm>
          <a:prstGeom prst="roundRect">
            <a:avLst>
              <a:gd name="adj" fmla="val 5756"/>
            </a:avLst>
          </a:prstGeom>
          <a:ln w="38100">
            <a:solidFill>
              <a:schemeClr val="accent2"/>
            </a:solidFill>
            <a:prstDash val="dash"/>
          </a:ln>
        </p:spPr>
      </p:sp>
      <p:sp>
        <p:nvSpPr>
          <p:cNvPr id="7" name="s1_badgeA"/>
          <p:cNvSpPr/>
          <p:nvPr/>
        </p:nvSpPr>
        <p:spPr>
          <a:xfrm>
            <a:off x="182880" y="621792"/>
            <a:ext cx="502920" cy="50292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s2_bubbleB"/>
          <p:cNvSpPr/>
          <p:nvPr/>
        </p:nvSpPr>
        <p:spPr>
          <a:xfrm>
            <a:off x="4434840" y="822960"/>
            <a:ext cx="429768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2_badgeB"/>
          <p:cNvSpPr/>
          <p:nvPr/>
        </p:nvSpPr>
        <p:spPr>
          <a:xfrm>
            <a:off x="4206240" y="621792"/>
            <a:ext cx="502920" cy="5029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pic>
        <p:nvPicPr>
          <p:cNvPr id="10" name="s2_go" descr="/tmp/claude-0/-home-claude/b613c36a-8715-5aae-a973-8ccf6c9c2cbb/scratchpad/rt/img/icon_go_stra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325880"/>
            <a:ext cx="1280160" cy="843310"/>
          </a:xfrm>
          <a:prstGeom prst="rect">
            <a:avLst/>
          </a:prstGeom>
        </p:spPr>
      </p:pic>
      <p:pic>
        <p:nvPicPr>
          <p:cNvPr id="11" name="s3_turn" descr="/tmp/claude-0/-home-claude/b613c36a-8715-5aae-a973-8ccf6c9c2cbb/scratchpad/rt/img/icon_turn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25880"/>
            <a:ext cx="1280160" cy="843310"/>
          </a:xfrm>
          <a:prstGeom prst="rect">
            <a:avLst/>
          </a:prstGeom>
        </p:spPr>
      </p:pic>
      <p:pic>
        <p:nvPicPr>
          <p:cNvPr id="12" name="s4_side" descr="/tmp/claude-0/-home-claude/b613c36a-8715-5aae-a973-8ccf6c9c2cbb/scratchpad/rt/img/icon_on_your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1325880"/>
            <a:ext cx="1280160" cy="843310"/>
          </a:xfrm>
          <a:prstGeom prst="rect">
            <a:avLst/>
          </a:prstGeom>
        </p:spPr>
      </p:pic>
      <p:pic>
        <p:nvPicPr>
          <p:cNvPr id="13" name="s5_nextto" descr="/tmp/claude-0/-home-claude/b613c36a-8715-5aae-a973-8ccf6c9c2cbb/scratchpad/rt/img/icon_next_t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697480"/>
            <a:ext cx="1280160" cy="843310"/>
          </a:xfrm>
          <a:prstGeom prst="rect">
            <a:avLst/>
          </a:prstGeom>
        </p:spPr>
      </p:pic>
      <p:sp>
        <p:nvSpPr>
          <p:cNvPr id="14" name="s6_frame"/>
          <p:cNvSpPr/>
          <p:nvPr/>
        </p:nvSpPr>
        <p:spPr>
          <a:xfrm>
            <a:off x="5916168" y="2357259"/>
            <a:ext cx="2724912" cy="1523752"/>
          </a:xfrm>
          <a:prstGeom prst="roundRect">
            <a:avLst>
              <a:gd name="adj" fmla="val 6001"/>
            </a:avLst>
          </a:prstGeom>
          <a:solidFill>
            <a:srgbClr val="BEE0F7"/>
          </a:solidFill>
          <a:ln/>
        </p:spPr>
      </p:sp>
      <p:pic>
        <p:nvPicPr>
          <p:cNvPr id="15" name="s6_block" descr="/tmp/claude-0/-home-claude/b613c36a-8715-5aae-a973-8ccf6c9c2cbb/scratchpad/rt/img/block_bottom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384691"/>
            <a:ext cx="2670048" cy="1468888"/>
          </a:xfrm>
          <a:prstGeom prst="rect">
            <a:avLst/>
          </a:prstGeom>
        </p:spPr>
      </p:pic>
      <p:sp>
        <p:nvSpPr>
          <p:cNvPr id="16" name="s6_target"/>
          <p:cNvSpPr/>
          <p:nvPr/>
        </p:nvSpPr>
        <p:spPr>
          <a:xfrm>
            <a:off x="6063586" y="2435094"/>
            <a:ext cx="1259350" cy="1430670"/>
          </a:xfrm>
          <a:prstGeom prst="roundRect">
            <a:avLst>
              <a:gd name="adj" fmla="val 2904"/>
            </a:avLst>
          </a:prstGeom>
          <a:ln w="31750">
            <a:solidFill>
              <a:schemeClr val="accent2"/>
            </a:solidFill>
            <a:prstDash val="dash"/>
          </a:ln>
        </p:spPr>
      </p:sp>
      <p:sp>
        <p:nvSpPr>
          <p:cNvPr id="17" name="s7_ansbg"/>
          <p:cNvSpPr/>
          <p:nvPr/>
        </p:nvSpPr>
        <p:spPr>
          <a:xfrm>
            <a:off x="411480" y="4389120"/>
            <a:ext cx="8321040" cy="566928"/>
          </a:xfrm>
          <a:prstGeom prst="roundRect">
            <a:avLst>
              <a:gd name="adj" fmla="val 19355"/>
            </a:avLst>
          </a:prstGeom>
          <a:solidFill>
            <a:schemeClr val="tx1"/>
          </a:solidFill>
          <a:ln/>
        </p:spPr>
      </p:sp>
      <p:sp>
        <p:nvSpPr>
          <p:cNvPr id="18" name="s7_ans"/>
          <p:cNvSpPr txBox="1"/>
          <p:nvPr/>
        </p:nvSpPr>
        <p:spPr>
          <a:xfrm>
            <a:off x="548640" y="438912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Where is the shoe store?  </a:t>
            </a:r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B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Go straight one block and turn right. It’s on your right. It’s next to the flower shop.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Q6. 어디일까요?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201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 and Talk</a:t>
            </a:r>
            <a:endParaRPr lang="en-US" sz="1200" dirty="0"/>
          </a:p>
        </p:txBody>
      </p:sp>
      <p:sp>
        <p:nvSpPr>
          <p:cNvPr id="4" name="s1_bubbleA"/>
          <p:cNvSpPr/>
          <p:nvPr/>
        </p:nvSpPr>
        <p:spPr>
          <a:xfrm>
            <a:off x="411480" y="822960"/>
            <a:ext cx="37947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s1_map" descr="/tmp/claude-0/-home-claude/b613c36a-8715-5aae-a973-8ccf6c9c2cbb/scratchpad/rt/img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024128"/>
            <a:ext cx="3383280" cy="2972793"/>
          </a:xfrm>
          <a:prstGeom prst="rect">
            <a:avLst/>
          </a:prstGeom>
        </p:spPr>
      </p:pic>
      <p:sp>
        <p:nvSpPr>
          <p:cNvPr id="6" name="s1_target"/>
          <p:cNvSpPr/>
          <p:nvPr/>
        </p:nvSpPr>
        <p:spPr>
          <a:xfrm>
            <a:off x="1455451" y="3108199"/>
            <a:ext cx="710498" cy="896941"/>
          </a:xfrm>
          <a:prstGeom prst="roundRect">
            <a:avLst>
              <a:gd name="adj" fmla="val 6435"/>
            </a:avLst>
          </a:prstGeom>
          <a:ln w="38100">
            <a:solidFill>
              <a:schemeClr val="accent2"/>
            </a:solidFill>
            <a:prstDash val="dash"/>
          </a:ln>
        </p:spPr>
      </p:sp>
      <p:sp>
        <p:nvSpPr>
          <p:cNvPr id="7" name="s1_badgeA"/>
          <p:cNvSpPr/>
          <p:nvPr/>
        </p:nvSpPr>
        <p:spPr>
          <a:xfrm>
            <a:off x="182880" y="621792"/>
            <a:ext cx="502920" cy="50292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s2_bubbleB"/>
          <p:cNvSpPr/>
          <p:nvPr/>
        </p:nvSpPr>
        <p:spPr>
          <a:xfrm>
            <a:off x="4434840" y="822960"/>
            <a:ext cx="429768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2_badgeB"/>
          <p:cNvSpPr/>
          <p:nvPr/>
        </p:nvSpPr>
        <p:spPr>
          <a:xfrm>
            <a:off x="4206240" y="621792"/>
            <a:ext cx="502920" cy="5029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pic>
        <p:nvPicPr>
          <p:cNvPr id="10" name="s2_go" descr="/tmp/claude-0/-home-claude/b613c36a-8715-5aae-a973-8ccf6c9c2cbb/scratchpad/rt/img/icon_go_stra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325880"/>
            <a:ext cx="1280160" cy="843310"/>
          </a:xfrm>
          <a:prstGeom prst="rect">
            <a:avLst/>
          </a:prstGeom>
        </p:spPr>
      </p:pic>
      <p:pic>
        <p:nvPicPr>
          <p:cNvPr id="11" name="s3_turn" descr="/tmp/claude-0/-home-claude/b613c36a-8715-5aae-a973-8ccf6c9c2cbb/scratchpad/rt/img/icon_turn_le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25880"/>
            <a:ext cx="1280160" cy="845820"/>
          </a:xfrm>
          <a:prstGeom prst="rect">
            <a:avLst/>
          </a:prstGeom>
        </p:spPr>
      </p:pic>
      <p:pic>
        <p:nvPicPr>
          <p:cNvPr id="12" name="s4_side" descr="/tmp/claude-0/-home-claude/b613c36a-8715-5aae-a973-8ccf6c9c2cbb/scratchpad/rt/img/icon_on_your_le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1325880"/>
            <a:ext cx="1280160" cy="845820"/>
          </a:xfrm>
          <a:prstGeom prst="rect">
            <a:avLst/>
          </a:prstGeom>
        </p:spPr>
      </p:pic>
      <p:pic>
        <p:nvPicPr>
          <p:cNvPr id="13" name="s5_nextto" descr="/tmp/claude-0/-home-claude/b613c36a-8715-5aae-a973-8ccf6c9c2cbb/scratchpad/rt/img/icon_next_t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697480"/>
            <a:ext cx="1280160" cy="843310"/>
          </a:xfrm>
          <a:prstGeom prst="rect">
            <a:avLst/>
          </a:prstGeom>
        </p:spPr>
      </p:pic>
      <p:sp>
        <p:nvSpPr>
          <p:cNvPr id="14" name="s6_frame"/>
          <p:cNvSpPr/>
          <p:nvPr/>
        </p:nvSpPr>
        <p:spPr>
          <a:xfrm>
            <a:off x="5916168" y="2355263"/>
            <a:ext cx="2724912" cy="1527744"/>
          </a:xfrm>
          <a:prstGeom prst="roundRect">
            <a:avLst>
              <a:gd name="adj" fmla="val 5985"/>
            </a:avLst>
          </a:prstGeom>
          <a:solidFill>
            <a:srgbClr val="BEE0F7"/>
          </a:solidFill>
          <a:ln/>
        </p:spPr>
      </p:sp>
      <p:pic>
        <p:nvPicPr>
          <p:cNvPr id="15" name="s6_block" descr="/tmp/claude-0/-home-claude/b613c36a-8715-5aae-a973-8ccf6c9c2cbb/scratchpad/rt/img/block_bottom-le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382695"/>
            <a:ext cx="2670048" cy="1472880"/>
          </a:xfrm>
          <a:prstGeom prst="rect">
            <a:avLst/>
          </a:prstGeom>
        </p:spPr>
      </p:pic>
      <p:sp>
        <p:nvSpPr>
          <p:cNvPr id="16" name="s6_target"/>
          <p:cNvSpPr/>
          <p:nvPr/>
        </p:nvSpPr>
        <p:spPr>
          <a:xfrm>
            <a:off x="7359850" y="2433309"/>
            <a:ext cx="1122178" cy="1434398"/>
          </a:xfrm>
          <a:prstGeom prst="roundRect">
            <a:avLst>
              <a:gd name="adj" fmla="val 3259"/>
            </a:avLst>
          </a:prstGeom>
          <a:ln w="31750">
            <a:solidFill>
              <a:schemeClr val="accent2"/>
            </a:solidFill>
            <a:prstDash val="dash"/>
          </a:ln>
        </p:spPr>
      </p:sp>
      <p:sp>
        <p:nvSpPr>
          <p:cNvPr id="17" name="s7_ansbg"/>
          <p:cNvSpPr/>
          <p:nvPr/>
        </p:nvSpPr>
        <p:spPr>
          <a:xfrm>
            <a:off x="411480" y="4389120"/>
            <a:ext cx="8321040" cy="566928"/>
          </a:xfrm>
          <a:prstGeom prst="roundRect">
            <a:avLst>
              <a:gd name="adj" fmla="val 19355"/>
            </a:avLst>
          </a:prstGeom>
          <a:solidFill>
            <a:schemeClr val="tx1"/>
          </a:solidFill>
          <a:ln/>
        </p:spPr>
      </p:sp>
      <p:sp>
        <p:nvSpPr>
          <p:cNvPr id="18" name="s7_ans"/>
          <p:cNvSpPr txBox="1"/>
          <p:nvPr/>
        </p:nvSpPr>
        <p:spPr>
          <a:xfrm>
            <a:off x="548640" y="438912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Where is the fruit store?  </a:t>
            </a:r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B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Go straight one block and turn left. It’s on your left. It’s next to the bike shop.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4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City Blocks">
  <a:themeElements>
    <a:clrScheme name="City Blocks">
      <a:dk1>
        <a:srgbClr val="1B2A41"/>
      </a:dk1>
      <a:lt1>
        <a:srgbClr val="FFFFFF"/>
      </a:lt1>
      <a:dk2>
        <a:srgbClr val="4A5A70"/>
      </a:dk2>
      <a:lt2>
        <a:srgbClr val="EEF2F6"/>
      </a:lt2>
      <a:accent1>
        <a:srgbClr val="F2B33D"/>
      </a:accent1>
      <a:accent2>
        <a:srgbClr val="E4572E"/>
      </a:accent2>
      <a:accent3>
        <a:srgbClr val="3A7CA5"/>
      </a:accent3>
      <a:accent4>
        <a:srgbClr val="C9D3DE"/>
      </a:accent4>
      <a:accent5>
        <a:srgbClr val="2E8B57"/>
      </a:accent5>
      <a:accent6>
        <a:srgbClr val="6B4BA0"/>
      </a:accent6>
      <a:hlink>
        <a:srgbClr val="3A7CA5"/>
      </a:hlink>
      <a:folHlink>
        <a:srgbClr val="7A869A"/>
      </a:folHlink>
    </a:clrScheme>
    <a:fontScheme name="City Block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and Talk 묻고 답하기</dc:title>
  <dc:subject>PptxGenJS Presentation</dc:subject>
  <dc:creator>PptxGenJS</dc:creator>
  <cp:lastModifiedBy>PptxGenJS</cp:lastModifiedBy>
  <cp:revision>1</cp:revision>
  <dcterms:created xsi:type="dcterms:W3CDTF">2026-10-23T04:29:03Z</dcterms:created>
  <dcterms:modified xsi:type="dcterms:W3CDTF">2026-10-23T04:29:03Z</dcterms:modified>
</cp:coreProperties>
</file>